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Module 1 · 디지털 사회와 진로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Lesson 1-1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디지털 기술과 사회 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혜화 데이터랩 · 디지털 사회와 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✓  디지털 기술(AI, IoT, 빅데이터, 클라우드)의 개념을 설명할 수 있다
✓  사회가 농경→산업→디지털 사회로 변화해온 흐름을 이해한다
✓  디지털 격차의 개념과 실제 사례를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디지털 기술이란?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[TIP] 정보를 0과 1의 디지털 형식으로 처리하는 기술
· 텍스트, 사진, 영상, 소리 모두 디지털 데이터로 변환
· 핵심 키워드: 인터넷 · 스마트폰 · AI · IoT · 클라우드 · 빅데이터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사회 변화 타임라인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[농경] 농경 사회 (~18세기)
   땅 중심, 정보는 입에서 입으로, 변화 속도 느림
[산업] 산업 사회 (18~20세기)
   기계·대량 생산, 철도·전화·라디오로 정보 이동 빨라짐
[디지털] 디지털 사회 (21세기~)
   모든 것이 디지털로 연결, 데이터가 새로운 자원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지금 세상을 바꾸는 4가지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[AI] 인공지능(AI) — 컴퓨터가 스스로 학습하고 판단
   예) 유튜브 추천, 챗봇, 얼굴 인식 잠금
[IoT] 사물인터넷(IoT) — 일상 사물이 인터넷으로 연결
   예) 스마트 냉장고, 스마트워치, 무인 결제기
[데이터] 빅데이터 — 대량 데이터에서 패턴 발견
   예) 넷플릭스 추천, 배달앱 인기 메뉴
[클라우드] 클라우드 — 인터넷으로 저장공간·소프트웨어 제공
   예) 구글 드라이브, 카카오톡 사진 백업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4가지 기술이 함께 작동하는 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[의료] 스마트워치(IoT)가 심박수 측정
   → 빅데이터 분석 → AI가 이상 징후 판단 → 클라우드 기록
[쇼핑] 편의점 카메라(IoT)로 고객 동선 수집
   → 빅데이터 분석 → AI가 진열 추천 → 클라우드 저장
[음악] 내 청취 기록(빅데이터)을 AI가 분석
   → 클라우드에서 개인화 플레이리스트 제공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디지털 사회의 3가지 특징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[연결] 온오프라인 경계 소멸
   편의점 앱 주문, 온·오프라인 수업 혼합
[메타] 사람과 사물의 네트워크
   스마트 냉장고가 유통기한을 알려주고, 스마트워치가 심박수 측정
[데이터] 빅데이터 생성
   우리가 클릭·이동할 때마다 엄청난 데이터가 쌓임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디지털 격차 (Digital Divide)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[주의] 디지털 기술을 사용할 수 있는 사람과 그렇지 못한 사람 사이의 정보 접근성 차이
영향받는 그룹:
[고령자] 고령자 — 새로운 기기·인터페이스에 익숙해지기 어려움
[장애인] 장애인 — 기기 설계가 신체적 접근을 고려하지 않는 경우 多
[저소득] 저소득층 — 최신 기기·인터넷 환경 갖추기 어려움
[확인] 해결 방법: 음성 안내 / 큰 글씨 옵션 / 낮은 키오스크 / 직원 호출 버튼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활동: 키오스크 사용 경험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같은 키오스크인데 왜 사람마다 경험이 다를까요?
[일반] 20대 일반 이용자
   편리한 점: 빠른 주문, 메뉴 비교, 간편 결제
   불편한 점: 오작동 시 당황
[고령자] 70대 할머니
   불편한 점: 작은 글씨, 시간 제한, 높은 화면, 직원 없음
[장애인] 휠체어 이용자
   불편한 점: 화면이 너무 높아 조작 불가, 낮은 키오스크 드묾
[댓글] 생각해보기: 더 많은 사람이 편리하게 쓰려면 어떻게 개선해야 할까요?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[정리] 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✓ 디지털 기술 = 정보를 0과 1로 처리하는 기술
✓ 사회 변화: 농경 → 산업 → 디지털 사회
✓ 4대 기술: AI · IoT · 빅데이터 · 클라우드
✓ 디지털 사회 특징: 온오프라인 융합, 사물 연결, 빅데이터 생성
✓ 디지털 격차: 기술 접근성 차이 → 사회적 불평등 문제
✓ 좋은 기술은 더 많은 사람이 쓸 수 있도록 설계되어야 해요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Module 1 · 디지털 사회와 진로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Lesson 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디지털 사회의 직업과 진로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혜화 데이터랩 · 디지털 사회와 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✓  디지털 기술로 인해 사라지는/새로 생긴/변화하는 직업을 구분할 수 있다
✓  AI 트레이너, 데이터 분석가 등 새로운 디지털 직업을 설명할 수 있다
✓  자신의 디지털 역량을 자가진단하고 미래 진로와 연결할 수 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줄어드는 직업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[계산원] 계산원 — 키오스크·무인 계산대·앱 결제 확산으로 수요 감소
[잠금] 경비원 — CCTV·스마트 잠금장치·AI 영상 분석으로 자동화
[전화] 텔레마케터 — AI 챗봇·자동 응답 시스템이 단순 상담 대체
[여행] 여행사 오프라인 상담원 — 여행 플랫폼 앱·AI 추천 서비스 확산
공통점: 단순 반복 업무 → 자동화에 취약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새로 생긴 직업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[AI] AI 트레이너 — AI 모델 학습·교정, 편향 감시
[데이터] 데이터 분석가 — 데이터로 패턴 발견·의사결정 지원
[디자인] UX 디자이너 — 앱·웹의 사용자 경험 설계
[보안] 사이버 보안 전문가 — 해킹·유출 방어 시스템 구축
[메타] 메타버스 크리에이터 — 3D 가상 공간·아바타·디지털 아이템 제작
[영상] 동영상 크리에이터 — 유튜브·틱톡 플랫폼 성장과 함께 등장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달라지는 직업들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직업 자체는 남아 있지만 일하는 방식이 크게 변화
[요리] 요리 연구가 + 생성형 AI → 조리법 초안을 AI가 도와줌
[트레이너] 스포츠 트레이너 + IoT → 선수 몸에 센서 부착, 실시간 데이터 수집
[디자인] 웹툰 작가 + 생성형 AI → AI가 채색·배경 작업 지원
[농업] 과수 재배자 + IoT → 토양·날씨 센서로 스마트 농업
[작가] 작가 + 생성형 AI → AI로 초안·아이디어 뽑고, 작가가 완성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활동: 직업 변화 분류해보기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다음 직업들을 '줄어드는 직업' 또는 '새로 생긴 직업'으로 분류해보세요.
① 계산원    ② 동영상 크리에이터
③ 텔레마케터   ④ 빅데이터 분석가
⑤ 경비원    ⑥ AI 트레이너
⑦ 여행사 상담원  ⑧ 메타버스 크리에이터
정답: 줄어드는 직업 → ①③⑤⑦  /  새로 생긴 직업 → ②④⑥⑧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활동: 기술과 직업 연결하기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아래 기술과 직업을 올바르게 연결해보세요.
기술                직업 + 활용
빅데이터    →    스포츠 트레이너 (선수 데이터 수집·분석)
인공지능(AI)  →    의사 (AI로 질병 정확하게 진단)
클라우드    →    데이터 분석가 (대용량 데이터 저장·처리)
생성형 AI   →    변호사 (법 조항 검색·서류 작성 자동화)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나의 디지털 역량 자가진단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다음 항목 중 해당하는 것에 체크해보세요:
□ 인터넷에서 정보를 빠르게 찾고 신뢰도를 판단할 수 있어요
□ 프로그래밍·코딩의 기본 개념을 알고 있어요
□ 표·그래프를 읽고 데이터에서 의미를 찾을 수 있어요
□ 개인정보 보호, 피싱 등 기본 보안 수칙을 지키고 있어요
□ 구글 독스·노션 같은 온라인 협업 도구를 써봤어요
□ 사진·영상·글 등 디지털 콘텐츠를 직접 만들어봤어요
□ ChatGPT, 제미나이 같은 AI 도구를 써봤어요
5개 이상: 탄탄한 디지털 역량! / 3~4개: 기본 갖춤 / 2개 이하: 지금부터 시작!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[정리] 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✓ 줄어드는 직업: 단순 반복 업무 (계산원·경비원·텔레마케터 등)
✓ 새로 생긴 직업: AI 트레이너·데이터 분석가·UX 디자이너·메타버스 크리에이터
✓ 달라지는 직업: 기존 직업이 디지털 도구를 활용해 업그레이드
✓ 핵심: 기술 자체보다 기술을 활용하는 능력이 중요
✓ 미래 역량: 데이터 리터러시·AI 활용·디지털 보안 의식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Module 2 · 정보 보호와 정보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Lesson 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보호해야 할 정보와 공유해야 할 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혜화 데이터랩 · 디지털 사회와 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✓  정보 보호와 정보 공유의 개념과 차이를 설명할 수 있다
✓  개인정보의 정의와 유형을 이해하고 사례를 구분할 수 있다
✓  SNS에서 무심코 공개한 정보의 위험성을 인식할 수 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[도입]  생각해보기: 수아의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수아는 인스타그램 프로필에 학교 이름, 사진, 동네 이름을 올렸어요.
틱톡에는 '서울 강북구, 고2, 매일 7시 등교'라고 소개했어요.
어느 날 처음 보는 계정에서 DM이 왔어요.
'OO고 2학년 수아 맞죠?'
[댓글] 수아는 왜 이런 일이 생겼을까요?
[댓글] 나라면 어떤 느낌이 들까요?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정보 보호 vs 정보 공유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[보안] 정보 보호
   위협으로부터 정보가 유출·변경·파괴되지 않도록 지키는 것
   예) 군사 기밀 · 기업 기술 · 개인 정보
[메타] 정보 공유
   공공의 이익을 위해 정보를 알리거나 나누는 것
   예) 날씨·재난 정보 · 진로·진학 정보 · 공공 데이터
[주의] 한 번 공유된 정보는 되돌리기 어려워요!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개인정보란?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살아있는 개인에 관한 정보로,
그 정보만으로 또는 다른 정보와 결합했을 때
특정 개인을 식별할 수 있는 것
[신분증] 이름·주민번호    [전화] 전화번호·주소
[의료] 진료 기록      [금융] 금융 정보
[사진] 얼굴 사진      [위치] 위치 정보
핵심: 단독으로 몰라도 조합하면 개인 식별 가능 → 개인정보!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활동: 이것도 개인정보일까?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각 항목이 개인정보인지 판단해보세요:
① '서울 거주, 고2, 운동 좋아함' (인스타 프로필)
   → 개인정보 O  (사진·위치 결합 시 식별 가능)
② '나 OO고등학교 다녀' (단톡방)
   → 개인정보 O  (학년·반·사진과 결합 시 특정 가능)
③ 스포티파이 공개 플레이리스트
   → 개인정보 △  (스스로 공개한 취향, 단독으로는 비식별)
④ SNS 게시물 위치 태그 '강남역 근처'
   → 개인정보 O  (이동 경로 축적 → 생활 패턴 파악)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정보가 유출되면?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전화번호 + 이름 + 학교 + 위치가 유출된다면...
① 스팸·보이스피싱 폭발
② 타깃 피싱: '선생님인 척', '학교 공지인 척' 속임
③ 스토킹 위험: 집 근처 위치 + 귀가 시간 결합
④ 명의 도용: 이름·주소로 택배 사기
[주의] 한 번 유출된 정보는 인터넷 어딘가에 계속 남아요!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활동: 보호 vs 공유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아래 정보를 '보호해야 할 정보' / '공유해야 할 정보'로 나눠보세요:
① 군사 기밀 정보        → 보호
② 학교 급식 알레르기 정보  → 공유
③ 처방전·진료 기록      → 보호
④ 내일 서울 날씨 예보    → 공유
⑤ 집 주소와 귀가 시간    → 보호
⑥ 학교 공식 행사 일정    → 공유
⑦ SNS 계정 아이디·비밀번호 → 보호
⑧ 여행 맛집 블로그 후기   → 공유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초상권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유튜버 A가 식당에서 촬영하면서 주변 손님 얼굴이 화면에 담겼어요.
'공개 장소니까 괜찮다'고 생각했어요.
❓ A의 생각이 맞을까요?
답: 아니요! — 초상권 침해에 해당할 수 있어요.
초상권 = 자신의 얼굴·모습이 허락 없이 촬영·공개되지 않을 권리
공개 장소라도 얼굴이 찍혀 동의 없이 공개되면 침해!
→ 촬영 전 동의 받기, 또는 편집 시 얼굴 가리기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[정리] 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✓ 정보 보호: 위협으로부터 정보를 지키는 것
✓ 정보 공유: 공공의 이익을 위해 알려야 하는 정보
✓ 개인정보: 단독 또는 조합으로 개인을 식별할 수 있는 정보
✓ 한 번 유출된 정보는 되돌리기 어려워요
✓ SNS에 올리는 위치·학교·패턴 조합에 주의해요
✓ 초상권: 공개 장소에서도 사전 동의 없는 촬영·공개는 불법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Module 2 · 정보 보호와 정보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Lesson 2-2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올바른 정보 보호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혜화 데이터랩 · 디지털 사회와 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✓  스팸·피싱·해킹·랜섬웨어 등 디지털 위협의 종류를 구분할 수 있다
✓  안전한 비밀번호 설정 기준을 적용할 수 있다
✓  2단계 인증의 개념과 필요성을 설명할 수 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디지털 위협의 종류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[이메일] 스팸 (Spam)
   불특정 다수에게 보내는 광고성·불필요한 메시지
   대처: 수신 거부, 모르는 링크 클릭 금지
[피싱] 피싱 (Phishing)
   신뢰 기관인 척 속여 개인정보·금융정보 빼내기
   예) '계좌 정지됩니다' + 가짜 사이트 링크
[디지털] 해킹 (Hacking)
   허락 없이 타인 시스템 침입해 정보 열람·유출
[잠금] 랜섬웨어 (Ransomware)
   파일을 암호화해 사용 불가 → 돈 요구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안전한 비밀번호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[확인] 좋은 비밀번호의 조건:
   · 8자리 이상 (12자 이상 권장)
   · 영문 대소문자 + 숫자 + 특수문자 조합
   · 생일·이름·학번 등 개인정보 포함 금지
   · 여러 사이트에 같은 비밀번호 사용 금지
   · 3~6개월마다 주기적으로 변경
❌ 위험한 비밀번호 예시:
   12345678 / 000000 / abc1234 / 생년월일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활동: 비밀번호 강도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아래 비밀번호를 '강함' / '약함'으로 분류해보세요:
① 19900101          → 약함 (생년월일, 단순 숫자)
② Hana#2024!Sky     → 강함 (대소문자+숫자+특수문자+12자 이상)
③ password123       → 약함 (흔한 패턴)
④ !Blue7Tree*Lamp   → 강함 (무작위 단어+특수문자 조합)
⑤ 000000            → 약함 (단순 반복)
⑥ k9@mL#2pQr!       → 강함 (복잡한 조합)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2단계 인증이란?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비밀번호(1단계) 입력 후,
추가로 본인 확인을 하는 방법
예시:
[스마트폰] 스마트폰으로 문자 인증 코드 받기
[이메일] 이메일로 확인 코드 받기
[열쇠] 인증 앱(구글 OTP 등)으로 코드 생성
왜 필요할까?
→ 비밀번호가 유출돼도 추가 방어막이 생겨요
→ 해커가 비밀번호를 알아도 내 스마트폰이 없으면 로그인 불가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피싱 문자 구별하기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다음 중 피싱 문자는 무엇일까요?
① '[국세청] 환급금 128,000원이 미수령입니다. 아래 링크에서 신청하세요: bit.ly/xxx'
   → 피싱! (공식 기관은 bit.ly 단축링크 사용 안 함)
② '[카카오뱅크] 비정상 로그인 감지. 즉시 확인 필요: kakao-secure.com'
   → 피싱! (공식 도메인은 kakaobank.com)
③ '[건강보험공단] 건강검진 대상자 안내. 자세한 내용은 nhis.or.kr에서 확인'
   → 안전 (공식 도메인 nhis.or.kr 안내)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나의 보안 습관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□ 비밀번호가 8자리 이상이에요
□ 여러 사이트에 다른 비밀번호를 사용해요
□ 중요 계정에 2단계 인증을 설정했어요
□ 모르는 링크·첨부파일은 클릭하지 않아요
□ 공공 와이파이에서 금융 거래를 하지 않아요
□ 중요한 파일을 정기적으로 백업해요
5~6개: 보안 습관 우수! / 3~4개: 부분 개선 필요 / 2개 이하: 지금 바로 점검!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[정리] 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✓ 스팸: 대량 광고성 메시지 → 수신 거부, 링크 클릭 금지
✓ 피싱: 기관 사칭 → 공식 앱·홈페이지에서 직접 확인
✓ 해킹: 시스템 침입 → 강력한 비밀번호 + 보안 업데이트
✓ 랜섬웨어: 파일 암호화 → 정기 백업, 출처 불명 파일 실행 금지
✓ 좋은 비밀번호: 12자 이상 + 대소문자+숫자+특수문자 조합
✓ 2단계 인증: 비밀번호 유출돼도 추가 방어막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3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Module 3 · 정보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Lesson 3-1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정보 보안의 개념과 필요성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혜화 데이터랩 · 디지털 사회와 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✓  정보 보안의 3대 요소(기밀성·무결성·가용성)를 설명할 수 있다
✓  4가지 위협 요소(훼손·변조·접근유출·위조)를 구분할 수 있다
✓  피싱 문자를 보고 실제 위협 상황을 판단할 수 있다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정보 보안이란?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정보 보안 (Information Security)
정보를 허가되지 않은 접근·변경·공개·파괴로부터
보호하는 과정과 방법론
왜 필요할까?
[스마트폰] 스마트폰에는 연락처·사진·금융 앱이 모두 연결
[의료] 병원 의료 시스템이 해킹당하면 환자 생명까지 위험
[정부] 정부 데이터가 유출되면 국가 안보 위협
→ 디지털 기술이 발전할수록 보안의 중요성도 커진다!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4가지 위협 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[훼손] 훼손 — 정보를 손상·파괴해 정상 작동 불가
   예) 바이러스가 중요 파일을 손상시켜 열 수 없게 만듦
[변조] 변조 — 정보 내용을 다른 내용으로 바꿈
   예) 성적 데이터 몰래 수정, 뉴스 기사 변경
[접근] 접근과 유출 — 허락 없이 정보 확인·외부 유출
   예) 퇴사 직원이 회사 고객 정보 외부에 넘김
[위조] 위조 — 거짓 정보를 정상 정보인 척 속임
   예) 학교에서 오는 척 꾸민 가짜 이메일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정보 보안 3대 요소 (CIA)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[보안] 기밀성 (Confidentiality)
   허락된 사용자만 정보에 접근 가능
   예) 성적 정보는 해당 학생과 담임 선생님만 열람
[확인] 무결성 (Integrity)
   정보를 허락 없이 변경할 수 없음
   예) 성적표 점수가 누군가에 의해 바뀌지 않아야 함
⚡ 가용성 (Availability)
   사용자가 원할 때 언제든지 정보에 접근 가능
   예) 온라인 시험 중 서버 다운 = 가용성 침해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활동: 보안 위협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다음을 '스팸·피싱 위협' / '해킹·랜섬웨어 위협'으로 분류하세요:
① 수신 거부 설정, 모르는 링크 클릭 금지
   → 스팸·피싱 대처
② 중요 파일 외장하드·클라우드 백업
   → 해킹·랜섬웨어 대처
③ 공식 앱·홈페이지에서 직접 확인
   → 스팸·피싱 대처
④ 출처 불명 파일 실행 금지
   → 해킹·랜섬웨어 대처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활동: 3대 요소 매칭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다음 상황이 어떤 보안 요소를 침해하는지 연결해보세요:
① 해커가 내 카카오톡 메시지를 읽음
   → 기밀성 침해
② 랜섬웨어가 파일을 암호화해 열 수 없게 됨
   → 가용성 침해
③ 악성코드가 학교 성적 데이터를 몰래 수정
   → 무결성 침해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실천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[열쇠] 강력한 비밀번호 + 2단계 인증
   개인 정보·생일 포함 금지, 주기적 변경
[업데이트] 소프트웨어 업데이트
   보안 취약점 패치 → 해킹 경로 차단
[백업] 정기 백업
   외장하드·클라우드에 중요 파일 백업
   랜섬웨어 피해 최소화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[정리] 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✓ 정보 보안 = 정보를 허가되지 않은 접근·변경·파괴로부터 보호
✓ 위협 4가지: 훼손 · 변조 · 접근·유출 · 위조
✓ 3대 요소: 기밀성(접근제한) · 무결성(변경금지) · 가용성(언제든 접근)
✓ 실천: 강력한 비밀번호 + 업데이트 + 백업
✓ 의심스러운 링크·파일은 절대 클릭·실행 금지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3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Module 3 · 정보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Lesson 3-2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디지털 윤리와 안전한 디지털 사회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혜화 데이터랩 · 디지털 사회와 나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✓  디지털 윤리의 개념과 주요 문제를 설명할 수 있다
✓  사이버 폭력의 유형을 구분하고 올바른 대처 방법을 말할 수 있다
✓  일상 속 디지털 윤리 딜레마 상황을 판단할 수 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디지털 윤리란?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디지털 공간에서 지켜야 할 도덕적 기준과 책임
주요 문제들:
[댓글] 악성 댓글 — 익명성 뒤에 숨어 상처를 주는 댓글
[복사] 개인정보·저작권 침해 — 허락 없이 사진·글·음악 무단 사용
[뉴스] 가짜 뉴스 전파 — 사실 확인 없이 자극적 정보 공유
[스마트폰] 디지털 중독 — 과도한 스마트폰·게임·SNS 사용
온라인이라도 현실과 똑같은 사람 사이의 관계예요!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사이버 폭력의 종류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[분노] 사이버 언어폭력
   욕설·모욕·협박을 온라인으로 보내는 것
   예) 게임에서 진다고 상대방에게 심한 욕설 DM
[따돌림] 사이버 따돌림 (카따)
   단톡방에서 특정인을 의도적으로 무시·배제
   예) 반 단톡방에서 한 친구만 읽씹하기로 몰래 약속
[사진] 사이버 스토킹
   온라인에서 타인을 집요하게 추적·괴롭힘
[이미지] 사이버 명예훼손
   사실이든 아니든 명예 훼손 정보를 퍼뜨림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활동: 이런 행동, 괜찮을까?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다음 상황에 대해 윤리적으로 생각해봐요:
① 친구가 파티에서 찍힌 사진을 내 SNS에 올렸어요.
   → 문제 있음! 친구의 동의 없이 얼굴 사진 공유는 초상권 침해
② 친구와의 카카오톡 대화를 캡처해 다른 친구에게 보냈어요.
   → 문제 있음! 사적 대화 내용은 개인정보, 무단 공유는 침해
③ 예쁜 폰트를 인터넷에서 무료로 받아 발표 PPT에 사용했어요.
   → 반드시 확인 필요! 유료 폰트 무단 사용은 저작권 침해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[개념]  저작권 바로 알기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저작권 = 창작물을 만든 사람이 갖는 권리
저작권으로 보호되는 것:
[글] 글 · [사진] 사진 · [음악] 음악 · [영상] 영상 · [디자인] 그림 · [디지털] 프로그램
주의해야 할 상황:
· 유튜브 영상에 저작권 있는 음악 사용
· 인터넷에서 이미지 무단으로 가져다 발표 자료에 사용
· 책 내용을 그대로 복사해 과제 제출
올바른 방법:
출처 표기 / 저작자 동의 / 무료 라이센스 자료 활용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활동: 윤리 vs 위반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아래 행동을 '올바른 행동' / '윤리 위반'으로 분류해보세요:
① 친구 동의를 받고 사진을 SNS에 공유  → 올바른 행동
② 무료 CC 라이선스 음악을 유튜브 영상에 사용 → 올바른 행동
③ 게임에서 졌다고 상대방에게 욕설 메시지 → 윤리 위반
④ 친구 몰래 SNS 대화 캡처해서 유포  → 윤리 위반
⑤ 가짜 뉴스를 팩트체크 없이 단톡방 공유 → 윤리 위반
⑥ 유료 폰트 무단 사용       → 윤리 위반
⑦ 사이버 폭력 피해 친구를 위해 신고·위로 → 올바른 행동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[활동]  나의 디지털 생활 돌아보기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□ 다른 사람 동의 없이 사진·동영상을 공유하지 않아요
□ 온라인에서도 상대방을 존중하는 말을 사용해요
□ 음악·이미지·영상 사용 시 저작권을 확인해요
□ 사실 확인 없이 정보를 공유하지 않아요
□ 사이버 폭력 피해자를 방관하지 않아요
□ 스마트폰 사용 시간을 스스로 조절해요
□ 개인정보를 SNS에 무분별하게 공개하지 않아요
6~7개: 디지털 시민 의식 우수! / 4~5개: 좋은 습관 중 / 3개 이하: 오늘부터 실천!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[정리] 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✓ 디지털 윤리: 디지털 공간에서 지켜야 할 도덕적 기준
✓ 사이버 폭력 유형: 언어폭력·따돌림·스토킹·명예훼손
✓ 초상권: 동의 없는 사진·영상 공개 금지
✓ 저작권: 창작물 사용 시 반드시 출처 표기·동의
✓ 가짜 뉴스: 공유 전 반드시 팩트체크
✓ 디지털 시민 = 권리와 책임을 함께 갖는 사람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